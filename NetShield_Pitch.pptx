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Unusual rate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UNKNOWN</c:v>
                </c:pt>
                <c:pt idx="1">
                  <c:v>UDP</c:v>
                </c:pt>
                <c:pt idx="2">
                  <c:v>ICMP</c:v>
                </c:pt>
                <c:pt idx="3">
                  <c:v>TCP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0.1186</c:v>
                </c:pt>
                <c:pt idx="1">
                  <c:v>0.1061</c:v>
                </c:pt>
                <c:pt idx="2">
                  <c:v>0.0864</c:v>
                </c:pt>
                <c:pt idx="3">
                  <c:v>0.0813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Unusual rate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21</c:v>
                </c:pt>
                <c:pt idx="1">
                  <c:v>14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13</c:v>
                </c:pt>
                <c:pt idx="6">
                  <c:v>20</c:v>
                </c:pt>
                <c:pt idx="7">
                  <c:v>15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0.1875</c:v>
                </c:pt>
                <c:pt idx="1">
                  <c:v>0.1458</c:v>
                </c:pt>
                <c:pt idx="2">
                  <c:v>0.125</c:v>
                </c:pt>
                <c:pt idx="3">
                  <c:v>0.1042</c:v>
                </c:pt>
                <c:pt idx="4">
                  <c:v>0.1042</c:v>
                </c:pt>
                <c:pt idx="5">
                  <c:v>0.1042</c:v>
                </c:pt>
                <c:pt idx="6">
                  <c:v>0.1042</c:v>
                </c:pt>
                <c:pt idx="7">
                  <c:v>0.1042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Unusual rate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web</c:v>
                </c:pt>
                <c:pt idx="1">
                  <c:v>database</c:v>
                </c:pt>
                <c:pt idx="2">
                  <c:v>ephemeral</c:v>
                </c:pt>
                <c:pt idx="3">
                  <c:v>other</c:v>
                </c:pt>
                <c:pt idx="4">
                  <c:v>dns</c:v>
                </c:pt>
                <c:pt idx="5">
                  <c:v>ssh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0.1261</c:v>
                </c:pt>
                <c:pt idx="1">
                  <c:v>0.1236</c:v>
                </c:pt>
                <c:pt idx="2">
                  <c:v>0.0831</c:v>
                </c:pt>
                <c:pt idx="3">
                  <c:v>0.0643</c:v>
                </c:pt>
                <c:pt idx="4">
                  <c:v>0.0602</c:v>
                </c:pt>
                <c:pt idx="5">
                  <c:v>0.0577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Unusual rate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servers</c:v>
                </c:pt>
                <c:pt idx="1">
                  <c:v>lab_devices</c:v>
                </c:pt>
                <c:pt idx="2">
                  <c:v>workstations</c:v>
                </c:pt>
                <c:pt idx="3">
                  <c:v>guest_network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0.1096</c:v>
                </c:pt>
                <c:pt idx="1">
                  <c:v>0.0974</c:v>
                </c:pt>
                <c:pt idx="2">
                  <c:v>0.088</c:v>
                </c:pt>
                <c:pt idx="3">
                  <c:v>0.0717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Defensive Monitoring Priorities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NetShield Security Lab | Network-flow 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1,200 anonymized flows analysed; 110 (9.2%) labelled unusual</a:t>
            </a:r>
          </a:p>
          <a:p>
            <a:pPr>
              <a:defRPr sz="2000"/>
            </a:pPr>
            <a:r>
              <a:t>Data cleaned: missing protocols, duplicate IDs, inconsistent labels, extreme bytes</a:t>
            </a:r>
          </a:p>
          <a:p>
            <a:pPr>
              <a:defRPr sz="2000"/>
            </a:pPr>
            <a:r>
              <a:t>Question: what separates normal from unusual traffic?</a:t>
            </a:r>
          </a:p>
          <a:p>
            <a:pPr>
              <a:defRPr sz="2000"/>
            </a:pPr>
            <a:r>
              <a:t>Scope: defensive monitoring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Unusual rate by Protocol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71600"/>
          <a:ext cx="77724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95360" y="16459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UNKNOWN has the highest unusual rate (11.9%) vs overall 9.2%.</a:t>
            </a:r>
          </a:p>
          <a:p/>
          <a:p>
            <a:r>
              <a:t>Business meaning: [write this]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Unusual rate by Hour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71600"/>
          <a:ext cx="77724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95360" y="16459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21 has the highest unusual rate (18.8%) vs overall 9.2%.</a:t>
            </a:r>
          </a:p>
          <a:p/>
          <a:p>
            <a:r>
              <a:t>Business meaning: [write this]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Unusual rate by Port category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71600"/>
          <a:ext cx="77724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95360" y="16459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web has the highest unusual rate (12.6%) vs overall 9.2%.</a:t>
            </a:r>
          </a:p>
          <a:p/>
          <a:p>
            <a:r>
              <a:t>Business meaning: [write this]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Unusual rate by Host group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71600"/>
          <a:ext cx="77724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95360" y="16459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servers has the highest unusual rate (11.0%) vs overall 9.2%.</a:t>
            </a:r>
          </a:p>
          <a:p/>
          <a:p>
            <a:r>
              <a:t>Business meaning: [write this]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Add alert rules for the highest-risk protocol / port combinations</a:t>
            </a:r>
          </a:p>
          <a:p>
            <a:pPr>
              <a:defRPr sz="2000"/>
            </a:pPr>
            <a:r>
              <a:t>2. Increase monitoring during peak unusual hours</a:t>
            </a:r>
          </a:p>
          <a:p>
            <a:pPr>
              <a:defRPr sz="2000"/>
            </a:pPr>
            <a:r>
              <a:t>3. Prioritise review of top host groups by alert rate</a:t>
            </a:r>
          </a:p>
          <a:p>
            <a:pPr>
              <a:defRPr sz="2000"/>
            </a:pPr>
            <a:r>
              <a:t>4. Baseline per-zone traffic and alert on deviations</a:t>
            </a:r>
          </a:p>
          <a:p>
            <a:pPr>
              <a:defRPr sz="2000"/>
            </a:pPr>
            <a:r>
              <a:t>5. Review maintenance-window traffic separately to cut false positives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